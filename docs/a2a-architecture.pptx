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PROPOSAL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Helper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Architecture v2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 для Android learning-проекта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852160"/>
            <a:ext cx="3657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Kirill Shavrin</a:t>
            </a:r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v2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работает сегодня и как меняется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55768" cy="4754880"/>
          </a:xfrm>
          <a:prstGeom prst="roundRect">
            <a:avLst>
              <a:gd name="adj" fmla="val 1923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37160" cy="4754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текущей системы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90712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агента закрывают только реализацию, тесты и доки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фаз spec-generation, code-review, knowledge-update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PROMPT.md в корне — 99 КБ исторического Cursor-spec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96 строк с дублями DOCUMENTATION.md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1 файл, stale (Kotlin 2.0.21 vs реальный 2.1.20)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D:\For_Claude (UFL QA context) leak в diet_helper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1554480"/>
            <a:ext cx="5455768" cy="4754880"/>
          </a:xfrm>
          <a:prstGeom prst="roundRect">
            <a:avLst>
              <a:gd name="adj" fmla="val 1923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8728" y="1554480"/>
            <a:ext cx="137160" cy="4754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4488" y="1737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в v2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44488" y="2331720"/>
            <a:ext cx="490712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базовых + 1 conditional агент (вместо 14 в исходном дизайне)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агент получает минимальный релевантный срез контекста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декомпозирована в 6 типизированных файлов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ужат до 40 строк, только daily essentials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PROMPT.md → docs/legacy/spec-v1-cursor.md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exclusion для For_Claude в global rules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8 шагов от user prompt до final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4000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4000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32992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587856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87856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66848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21712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1712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dh-intake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8096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8096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00704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55568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1F77B4"/>
          </a:solidFill>
          <a:ln w="25400">
            <a:solidFill>
              <a:srgbClr val="1F7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855568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dh-architect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(cond.)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1952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1952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4560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89424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9424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dh-developer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75808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5808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68416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23280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3280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dh-reviewer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9664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9664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02272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57136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57136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dh-tester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3520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3520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36128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390992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0992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dh-runner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77376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7376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69984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524848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24848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dh-docs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11232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11232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603840" y="2286000"/>
            <a:ext cx="5486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658704" y="1828800"/>
            <a:ext cx="1078992" cy="914400"/>
          </a:xfrm>
          <a:prstGeom prst="roundRect">
            <a:avLst>
              <a:gd name="adj" fmla="val 8000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58704" y="1828800"/>
            <a:ext cx="1078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dh-knowledge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445088" y="18653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45088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587856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721712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55568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89424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23280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57136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390992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524848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658704" y="27889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Цветовая кодировка моделей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48640" y="461772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" y="45720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4.7 — архитектурные решения, реализация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48640" y="498348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5840" y="4937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— генерация, анализ, judgment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48640" y="534924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5840" y="53035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— механические задачи (gradle, текст по правилам)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8640" y="571500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" y="5669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(yellow) — slash-команда, НЕ агент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57200" y="6126480"/>
            <a:ext cx="11277295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failure → стоп цепи. Manual retry через </a:t>
            </a:r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/dh fix &lt;description&gt;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В v2 нет автоматического retry.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Контракт: какой агент какой контекст получает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релевантный срез — основной принцип v2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3474720"/>
                <a:gridCol w="2560320"/>
                <a:gridCol w="2971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Агент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читает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dh-intake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prompt + Q&amp;A + CLAUDE.md (40 строк) + DOCUMENTATION.md TOC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source, memory, PROMPT.md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{ TASK, WHAT, LAYERS, CHANGED_HINT, TEST_TYPES, CONSTRAINTS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+ 1-2 similar files в domain/usecase, presentation/screen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tests, docs, memory, CHANGED_HINT (пусто по триггеру)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SPEC+ с FILE_PLAN[]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B3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+ CHANGED_HINT files + 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tests, docs, memory, DOCUMENTATION.md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changed_files[], commit_hash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dh-reviewer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+ содержимое changed_files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tests, docs, memory, 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issues: severity-tagged } (blocker | warning | info)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dh-tester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+ changed_files + 1 reference test per TYPE + Fake*.kt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docs, memory, 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test_files[], screenshot_record_needed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A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A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gradle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вся source, docs,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pass, tests, detekt, screenshots, errors[]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A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A0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+ имена changed_files + DOCUMENTATION.md + 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содержимое changed_files,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commit_hash либо "No documentation update needed."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77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dh-knowledge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+ session recap + MEMORY.md + thematic memory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source, docs, 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updated[] } либо no-op с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dh-developer теперь читает ТОЛЬКО CHANGED_HINT files — не сканирует весь проект. Экономия контекста 60-80%.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dh-intake — генерация SPEC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/dh --feature; spawn-once агент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Триггер: каждое /dh --feature после Q&amp;A фазы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от orchestrator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USER_PROMPT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verbatim запрос пользователя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TASK_TYPE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feature | bugfix | docs-only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QA_PAIRS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3-5 обязательных {question, answer}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516575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24028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50593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package, layers, routes (40 строк)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DOCUMENTATION.md — ТОЛЬКО список ## заголовков (TOC)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383280"/>
            <a:ext cx="5059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читает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657600"/>
            <a:ext cx="5059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memory files, PROMPT.md, body DOCUMENTATION.md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463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screen →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LAYERS+=presentation, TEST_TYPES+=compose-ui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DAO query →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LAYERS+=data, TEST_TYPES+=dao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use case →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LAYERS+=domain, всегда +=unit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change →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"unit" в TEST_TYPES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475488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8463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"TASK": "feature",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"WHAT": "Add export-day-to-CSV...",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"LAYERS": ["domain","presentation"],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"CHANGED_HINT": [".../TodayScreen.kt"],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"TEST_TYPES": ["unit","compose-ui"],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"CONSTRAINTS": {"csv_separator": ";"}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dh-architect — план файлов для сложных задач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Условный агент: spawned только при двух условиях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Триггер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(оба условия должны выполняться):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SPEC.LAYERS.length ≥ 3   (touches ≥3 из {domain, data, di, presentation})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SPEC.CHANGED_HINT пустой   (новая подсистема, не extension)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501488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4612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читает (budget cap: ≤ 4 файла)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504428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similar feature в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domain/usecase/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similar screen в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presentation/screen/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(если LAYERS содержит presentation)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только секция Layers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читает: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в CHANGED_HINT (он пустой), tests, docs,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3108960"/>
            <a:ext cx="5501488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608" y="324612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SPEC+ с FILE_PLAN[]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1608" y="3611880"/>
            <a:ext cx="504428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...все поля SPEC,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"FILE_PLAN":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"path": ".../domain/model/Foo.kt",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"kind": "model",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"create"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"path": ".../domain/repository/...",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"kind": "repository-interface",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"create"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"path": ".../data/local/dao/...",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"kind": "dao",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"create"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FILE_PLAN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(bottom-up):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domain/model → domain/repository → domain/usecase → data/entity → data/dao → data/mapper → data/repository → di →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(Opus) + Reviewer (Sonnet) — разные модели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не параллельно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55768" cy="4023360"/>
          </a:xfrm>
          <a:prstGeom prst="roundRect">
            <a:avLst>
              <a:gd name="adj" fmla="val 2273"/>
            </a:avLst>
          </a:prstGeom>
          <a:solidFill>
            <a:srgbClr val="F5F3FF"/>
          </a:solidFill>
          <a:ln w="25400">
            <a:solidFill>
              <a:srgbClr val="7B3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64592" cy="4023360"/>
          </a:xfrm>
          <a:prstGeom prst="rect">
            <a:avLst/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dh-developer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04208" y="178308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7B3FBF"/>
          </a:solidFill>
          <a:ln w="12700">
            <a:solidFill>
              <a:srgbClr val="7B3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4208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8156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Реализация строго по SPEC (или SPEC+ от architect).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SPEC + CHANGED_HINT files + CLAUDE.md (40 строк)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7B3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changed_files[], commit_hash 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 smoke test per use case — не comprehensive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 mocks — Fakes (MutableStateFlow-based)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1554480"/>
            <a:ext cx="5455768" cy="4023360"/>
          </a:xfrm>
          <a:prstGeom prst="roundRect">
            <a:avLst>
              <a:gd name="adj" fmla="val 2273"/>
            </a:avLst>
          </a:prstGeom>
          <a:solidFill>
            <a:srgbClr val="EFF6FF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554480"/>
            <a:ext cx="164592" cy="40233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4488" y="17373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dh-reviewer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225735" y="178308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25735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35928" y="2377440"/>
            <a:ext cx="481568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Ловит Clean Arch violations, scope creep, naming, idioms.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SPEC + полное содержимое changed_files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issues: [{severity, file, line, msg}] }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warning-only — surface, не блокирует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severity=blocker → STOP цепи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852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разные модели?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6126480"/>
            <a:ext cx="1082009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Снижается same-model bias — reviewer не повторяет инерцию developer-а.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Developer на Opus: prevention &gt; cure. Качество генерации &gt; глубина post-review.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Reviewer на Sonnet: pattern detection по checklist'у — Sonnet достаточно.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Если developer пишет правильно — reviewer почти всегда no-op → суммарный budget не растёт.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dh-tester → dh-runner — пишет и запускает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Раздельные ответственности: писатель vs исполнитель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77295" cy="210312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64592" cy="21031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dh-tester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comprehensive tests — никогда не запускает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1063721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dao · compose-ui · screenshot   (все требуют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= android.app.Application::class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 only · MutableStateFlow · @Config(sdk=34) · DAO tests use in-memory Room DB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+ changed_files + 1 reference test per TYPE + Fake*.kt из app/src/test/.../data/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test_files[], screenshot_record_needed 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5848" y="374904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4297680"/>
            <a:ext cx="11277295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297680"/>
            <a:ext cx="164592" cy="18288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dh-runner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0" y="44805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480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gradle — никогда не читает source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063721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:app:detekt → :app:testDebugUnitTest → (опц.) recordRoborazzi → verifyRoborazzi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setup: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JAVA_HOME=D:\For_work\AS\jbr + JBR loopback fix через unixDomain.tmpDir=C:\tmp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A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pass, tests, detekt, screenshots, errors[] 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dh-docs + dh-knowledge — финальная фаза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обновляет product/tech, Knowledge — memory/agents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55768" cy="4206240"/>
          </a:xfrm>
          <a:prstGeom prst="roundRect">
            <a:avLst>
              <a:gd name="adj" fmla="val 2174"/>
            </a:avLst>
          </a:prstGeom>
          <a:solidFill>
            <a:srgbClr val="F0FDF4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64592" cy="420624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dh-docs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04208" y="178308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4208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81568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DOCUMENTATION.md — product (screens, flows, ADL)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CLAUDE.md — tech cheatsheet (только при architecture changes)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SPEC + имена changed_files + DOC.md + CLAUDE.md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rules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≤10 строк/update в DOC.md, ≤5 строк/update в CLAUDE.md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Never deletes content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"No documentation update needed." — валидный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8728" y="1554480"/>
            <a:ext cx="5455768" cy="4206240"/>
          </a:xfrm>
          <a:prstGeom prst="roundRect">
            <a:avLst>
              <a:gd name="adj" fmla="val 2174"/>
            </a:avLst>
          </a:prstGeom>
          <a:solidFill>
            <a:srgbClr val="EFF6FF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554480"/>
            <a:ext cx="164592" cy="42062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4488" y="1737360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dh-knowledge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225735" y="178308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25735" y="1783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35928" y="2377440"/>
            <a:ext cx="481568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memory/*.md (user, project, feedback, reference)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agent definitions (если контракт дрейфует)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MEMORY.md + thematic memory files + SESSION_RECAP от orchestrator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triggers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Новый convention принят user-ом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User correction в сессии ("don't do X")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Agent contract drift (developer игнорировал rule)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Recurring pain point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Иначе → { updated: [], reason: ... }  (no-op в 80% случаев)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94360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9436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knowledge на Sonnet, а не Haiku: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"что заслуживает сохранения в memory" требует judgment по новизне и переносимости. Haiku рискует false-negative (пропустить важный feedback). Cost ограничен — 1 вызов на /dh, чаще всего no-op.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контекста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CLAUDE.md: до vs после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55768" cy="4937760"/>
          </a:xfrm>
          <a:prstGeom prst="roundRect">
            <a:avLst>
              <a:gd name="adj" fmla="val 1852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0712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142 байта index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project_diet_helper.md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1.5 КБ, STALE — Kotlin 2.0.21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96 строк — preamble + tech stack + arch tree + decisions + build + JBR + testing + routes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дубли с DOCUMENTATION.md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99 КБ в корне (исторический Cursor spec, 2704 строки)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D:\For_Claude\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UFL game context (project_ufl, team, conventions, focus)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leak в каждую diet_helper сессию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8728" y="1554480"/>
            <a:ext cx="5455768" cy="4937760"/>
          </a:xfrm>
          <a:prstGeom prst="roundRect">
            <a:avLst>
              <a:gd name="adj" fmla="val 1852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69164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44488" y="2194560"/>
            <a:ext cx="490712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6-строчный index, 6 типизированных файлов: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user_kirill.md         (user — Android engineer)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project_diet_helper.md (project — current versions)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feedback_architecture.md (verbosity rule)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feedback_testing.md    (Fakes only, smoke vs comp.)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feedback_communication.md (RU + token line)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reference_env.md       (JBR paths, gradle commands)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40 строк — Stack · Layers · Routes · Build · JBR fix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docs/legacy/spec-v1-cursor.md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бывший PROMPT.md, архивирован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 Project-scoped exclusion: ignore For_Claude в diet_helper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при сбое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автоматических retry — user принимает решение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3716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Developer возвращает error JSON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"error": "blocker", "reason": "...", "suggested_fix": "..." 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182880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цепи • Surface reason пользователю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13716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Reviewer находит severity = "blocker"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issues[]: Clean Arch violation, presentation/ → data/ напрямую и т.п.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88036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цепи • Surface blockers в финальном отчёте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13716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Runner возвращает pass = false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 error · Test failure · Detekt violation · Roborazzi mismatch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93192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цепи • Surface errors[] пользователю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77295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07492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2120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retry — user explicitly invokes /dh fix &lt;description&gt;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57784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 Intake — reuse SPEC из предыдущего run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Spawn dh-developer с SPEC + RETRY_CONTEXT = errors[] предыдущего runner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Затем стандартный pipeline: Review → Tester → Runner → Docs → Knowledge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Лимит: 2 retry на один SPEC. После — user inspects manually.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что появится в v3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Решено сейчас vs кандидаты на backlog vs отвергнуто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55768" cy="4572000"/>
          </a:xfrm>
          <a:prstGeom prst="roundRect">
            <a:avLst>
              <a:gd name="adj" fmla="val 2000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— кандидаты на v3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retry для runner failures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--fix-mode flag на dh-developer; лимит 1 retry, потом эскалация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90672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/dh --refactor short pipeline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developer + runner без SPEC, для rename/reorganize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03904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/dh --docs-only path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skip implementation, прямо в dh-docs (для документации без кода)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17136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hooks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SessionStart warn о stale memory; Stop → spawn knowledge для ad-hoc edits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230368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dh-fixer как отдельный агент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vs --fix-mode flag на developer — оба варианта в backlog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1645920"/>
            <a:ext cx="5455768" cy="45720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304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Отвергнуто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53048" y="2377440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fast-path (typo, formatting)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Friction &gt; benefit. Пользователь сам делает без /dh.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3090672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Agent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detekt уже в dh-runner; отдельный агент дубль.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3048" y="3803904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Learning project — нет human QA. Reviewer + Runner закрывают.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53048" y="4517136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∥ reviewer parallel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Task tool спавнит sequential; parallel — иллюзия в markdown.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3048" y="5230368"/>
            <a:ext cx="4998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14 агентов из исходного дизайна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Линейные 14 шагов → 50% handoff overhead. Сокращено до 8.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решения: 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довести v2 до стабильности, потом смотреть на конкретную боль, и только тогда выбирать из backlog. Не угадывать.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Diet Helper — A2A Architecture v2</dc:title>
  <dc:subject>PptxGenJS Presentation</dc:subject>
  <dc:creator>Kirill Shavrin</dc:creator>
  <cp:lastModifiedBy>Kirill Shavrin</cp:lastModifiedBy>
  <cp:revision>1</cp:revision>
  <dcterms:created xsi:type="dcterms:W3CDTF">2026-05-11T07:46:08Z</dcterms:created>
  <dcterms:modified xsi:type="dcterms:W3CDTF">2026-05-11T07:46:08Z</dcterms:modified>
</cp:coreProperties>
</file>